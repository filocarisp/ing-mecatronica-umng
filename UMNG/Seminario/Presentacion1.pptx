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7"/>
  </p:notesMasterIdLst>
  <p:sldIdLst>
    <p:sldId id="256" r:id="rId5"/>
    <p:sldId id="345" r:id="rId6"/>
    <p:sldId id="355" r:id="rId7"/>
    <p:sldId id="346" r:id="rId8"/>
    <p:sldId id="356" r:id="rId9"/>
    <p:sldId id="357" r:id="rId10"/>
    <p:sldId id="358" r:id="rId11"/>
    <p:sldId id="359" r:id="rId12"/>
    <p:sldId id="362" r:id="rId13"/>
    <p:sldId id="360" r:id="rId14"/>
    <p:sldId id="361" r:id="rId15"/>
    <p:sldId id="259" r:id="rId16"/>
  </p:sldIdLst>
  <p:sldSz cx="13681075" cy="7921625"/>
  <p:notesSz cx="6858000" cy="9144000"/>
  <p:defaultTextStyle>
    <a:defPPr>
      <a:defRPr lang="en-US"/>
    </a:defPPr>
    <a:lvl1pPr marL="0" algn="l" defTabSz="123444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17220" algn="l" defTabSz="123444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34440" algn="l" defTabSz="123444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51660" algn="l" defTabSz="123444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68880" algn="l" defTabSz="123444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86100" algn="l" defTabSz="123444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703320" algn="l" defTabSz="123444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320540" algn="l" defTabSz="123444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937760" algn="l" defTabSz="123444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95">
          <p15:clr>
            <a:srgbClr val="A4A3A4"/>
          </p15:clr>
        </p15:guide>
        <p15:guide id="2" pos="4309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ngelica Palacios" initials="AP" lastIdx="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ECFF"/>
    <a:srgbClr val="6699FF"/>
    <a:srgbClr val="3399FF"/>
    <a:srgbClr val="33CCCC"/>
    <a:srgbClr val="969696"/>
    <a:srgbClr val="33CCFF"/>
    <a:srgbClr val="99FFCC"/>
    <a:srgbClr val="CCFFCC"/>
    <a:srgbClr val="4D5B80"/>
    <a:srgbClr val="CC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1E4AEA4-8DFA-4A89-87EB-49C32662AFE0}" styleName="Estilo medio 2 - Énfasis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5BE263C-DBD7-4A20-BB59-AAB30ACAA65A}" styleName="Estilo medio 3 - Énfasis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Estilo medio 2 - Énfasis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6E25E649-3F16-4E02-A733-19D2CDBF48F0}" styleName="Estilo medio 3 - Énfasis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B344D84-9AFB-497E-A393-DC336BA19D2E}" styleName="Estilo medio 3 - Énfasis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93D81CF-94F2-401A-BA57-92F5A7B2D0C5}" styleName="Estilo medio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616DA210-FB5B-4158-B5E0-FEB733F419BA}" styleName="Estilo claro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39" autoAdjust="0"/>
    <p:restoredTop sz="86757" autoAdjust="0"/>
  </p:normalViewPr>
  <p:slideViewPr>
    <p:cSldViewPr>
      <p:cViewPr varScale="1">
        <p:scale>
          <a:sx n="77" d="100"/>
          <a:sy n="77" d="100"/>
        </p:scale>
        <p:origin x="504" y="67"/>
      </p:cViewPr>
      <p:guideLst>
        <p:guide orient="horz" pos="2495"/>
        <p:guide pos="430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6F04D6-F2E9-42B5-8AC2-DF20326E6314}" type="datetimeFigureOut">
              <a:rPr lang="es-CO" smtClean="0"/>
              <a:pPr/>
              <a:t>26/02/2026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763588" y="1143000"/>
            <a:ext cx="53308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BDC8C2-87C0-4F1C-B2D8-D91592B3EE5E}" type="slidenum">
              <a:rPr lang="es-CO" smtClean="0"/>
              <a:pPr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323676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1026081" y="2460839"/>
            <a:ext cx="11628914" cy="169801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2052161" y="4488921"/>
            <a:ext cx="9576753" cy="2024415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172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344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516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688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861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703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3205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9377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AF815-7484-4C24-B8EC-E5B83B21B60A}" type="datetimeFigureOut">
              <a:rPr lang="en-US" smtClean="0"/>
              <a:pPr/>
              <a:t>2/26/2026</a:t>
            </a:fld>
            <a:endParaRPr lang="en-U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B55AF-B816-45E5-9F27-B43BA6917C16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22309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AF815-7484-4C24-B8EC-E5B83B21B60A}" type="datetimeFigureOut">
              <a:rPr lang="en-US" smtClean="0"/>
              <a:pPr/>
              <a:t>2/26/2026</a:t>
            </a:fld>
            <a:endParaRPr lang="en-U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B55AF-B816-45E5-9F27-B43BA6917C16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09403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080711" y="5090378"/>
            <a:ext cx="11628914" cy="1573323"/>
          </a:xfrm>
        </p:spPr>
        <p:txBody>
          <a:bodyPr anchor="t"/>
          <a:lstStyle>
            <a:lvl1pPr algn="l">
              <a:defRPr sz="5400" b="1" cap="all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1080711" y="3357523"/>
            <a:ext cx="11628914" cy="1732855"/>
          </a:xfrm>
        </p:spPr>
        <p:txBody>
          <a:bodyPr anchor="b"/>
          <a:lstStyle>
            <a:lvl1pPr marL="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1pPr>
            <a:lvl2pPr marL="61722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34440" indent="0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3pPr>
            <a:lvl4pPr marL="185166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6888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861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70332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32054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93776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AF815-7484-4C24-B8EC-E5B83B21B60A}" type="datetimeFigureOut">
              <a:rPr lang="en-US" smtClean="0"/>
              <a:pPr/>
              <a:t>2/26/2026</a:t>
            </a:fld>
            <a:endParaRPr lang="en-U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B55AF-B816-45E5-9F27-B43BA6917C16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55045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1023707" y="2134438"/>
            <a:ext cx="9096965" cy="6040239"/>
          </a:xfrm>
        </p:spPr>
        <p:txBody>
          <a:bodyPr/>
          <a:lstStyle>
            <a:lvl1pPr>
              <a:defRPr sz="3800"/>
            </a:lvl1pPr>
            <a:lvl2pPr>
              <a:defRPr sz="3200"/>
            </a:lvl2pPr>
            <a:lvl3pPr>
              <a:defRPr sz="27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10348690" y="2134438"/>
            <a:ext cx="9096965" cy="6040239"/>
          </a:xfrm>
        </p:spPr>
        <p:txBody>
          <a:bodyPr/>
          <a:lstStyle>
            <a:lvl1pPr>
              <a:defRPr sz="3800"/>
            </a:lvl1pPr>
            <a:lvl2pPr>
              <a:defRPr sz="3200"/>
            </a:lvl2pPr>
            <a:lvl3pPr>
              <a:defRPr sz="27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AF815-7484-4C24-B8EC-E5B83B21B60A}" type="datetimeFigureOut">
              <a:rPr lang="en-US" smtClean="0"/>
              <a:pPr/>
              <a:t>2/26/2026</a:t>
            </a:fld>
            <a:endParaRPr lang="en-U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B55AF-B816-45E5-9F27-B43BA6917C16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73554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4054" y="317232"/>
            <a:ext cx="12312968" cy="1320271"/>
          </a:xfrm>
        </p:spPr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684054" y="1773198"/>
            <a:ext cx="6044851" cy="738984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17220" indent="0">
              <a:buNone/>
              <a:defRPr sz="2700" b="1"/>
            </a:lvl2pPr>
            <a:lvl3pPr marL="1234440" indent="0">
              <a:buNone/>
              <a:defRPr sz="2400" b="1"/>
            </a:lvl3pPr>
            <a:lvl4pPr marL="1851660" indent="0">
              <a:buNone/>
              <a:defRPr sz="2200" b="1"/>
            </a:lvl4pPr>
            <a:lvl5pPr marL="2468880" indent="0">
              <a:buNone/>
              <a:defRPr sz="2200" b="1"/>
            </a:lvl5pPr>
            <a:lvl6pPr marL="3086100" indent="0">
              <a:buNone/>
              <a:defRPr sz="2200" b="1"/>
            </a:lvl6pPr>
            <a:lvl7pPr marL="3703320" indent="0">
              <a:buNone/>
              <a:defRPr sz="2200" b="1"/>
            </a:lvl7pPr>
            <a:lvl8pPr marL="4320540" indent="0">
              <a:buNone/>
              <a:defRPr sz="2200" b="1"/>
            </a:lvl8pPr>
            <a:lvl9pPr marL="4937760" indent="0">
              <a:buNone/>
              <a:defRPr sz="22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684054" y="2512182"/>
            <a:ext cx="6044851" cy="4564104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400"/>
            </a:lvl3pPr>
            <a:lvl4pPr>
              <a:defRPr sz="2200"/>
            </a:lvl4pPr>
            <a:lvl5pPr>
              <a:defRPr sz="2200"/>
            </a:lvl5pPr>
            <a:lvl6pPr>
              <a:defRPr sz="2200"/>
            </a:lvl6pPr>
            <a:lvl7pPr>
              <a:defRPr sz="2200"/>
            </a:lvl7pPr>
            <a:lvl8pPr>
              <a:defRPr sz="2200"/>
            </a:lvl8pPr>
            <a:lvl9pPr>
              <a:defRPr sz="22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6949797" y="1773198"/>
            <a:ext cx="6047225" cy="738984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17220" indent="0">
              <a:buNone/>
              <a:defRPr sz="2700" b="1"/>
            </a:lvl2pPr>
            <a:lvl3pPr marL="1234440" indent="0">
              <a:buNone/>
              <a:defRPr sz="2400" b="1"/>
            </a:lvl3pPr>
            <a:lvl4pPr marL="1851660" indent="0">
              <a:buNone/>
              <a:defRPr sz="2200" b="1"/>
            </a:lvl4pPr>
            <a:lvl5pPr marL="2468880" indent="0">
              <a:buNone/>
              <a:defRPr sz="2200" b="1"/>
            </a:lvl5pPr>
            <a:lvl6pPr marL="3086100" indent="0">
              <a:buNone/>
              <a:defRPr sz="2200" b="1"/>
            </a:lvl6pPr>
            <a:lvl7pPr marL="3703320" indent="0">
              <a:buNone/>
              <a:defRPr sz="2200" b="1"/>
            </a:lvl7pPr>
            <a:lvl8pPr marL="4320540" indent="0">
              <a:buNone/>
              <a:defRPr sz="2200" b="1"/>
            </a:lvl8pPr>
            <a:lvl9pPr marL="4937760" indent="0">
              <a:buNone/>
              <a:defRPr sz="22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6949797" y="2512182"/>
            <a:ext cx="6047225" cy="4564104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400"/>
            </a:lvl3pPr>
            <a:lvl4pPr>
              <a:defRPr sz="2200"/>
            </a:lvl4pPr>
            <a:lvl5pPr>
              <a:defRPr sz="2200"/>
            </a:lvl5pPr>
            <a:lvl6pPr>
              <a:defRPr sz="2200"/>
            </a:lvl6pPr>
            <a:lvl7pPr>
              <a:defRPr sz="2200"/>
            </a:lvl7pPr>
            <a:lvl8pPr>
              <a:defRPr sz="2200"/>
            </a:lvl8pPr>
            <a:lvl9pPr>
              <a:defRPr sz="22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AF815-7484-4C24-B8EC-E5B83B21B60A}" type="datetimeFigureOut">
              <a:rPr lang="en-US" smtClean="0"/>
              <a:pPr/>
              <a:t>2/26/2026</a:t>
            </a:fld>
            <a:endParaRPr lang="en-US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B55AF-B816-45E5-9F27-B43BA6917C16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67172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AF815-7484-4C24-B8EC-E5B83B21B60A}" type="datetimeFigureOut">
              <a:rPr lang="en-US" smtClean="0"/>
              <a:pPr/>
              <a:t>2/26/2026</a:t>
            </a:fld>
            <a:endParaRPr lang="en-US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B55AF-B816-45E5-9F27-B43BA6917C16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02056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AF815-7484-4C24-B8EC-E5B83B21B60A}" type="datetimeFigureOut">
              <a:rPr lang="en-US" smtClean="0"/>
              <a:pPr/>
              <a:t>2/26/2026</a:t>
            </a:fld>
            <a:endParaRPr lang="en-US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B55AF-B816-45E5-9F27-B43BA6917C16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88667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4055" y="315398"/>
            <a:ext cx="4500979" cy="1342275"/>
          </a:xfrm>
        </p:spPr>
        <p:txBody>
          <a:bodyPr anchor="b"/>
          <a:lstStyle>
            <a:lvl1pPr algn="l">
              <a:defRPr sz="2700" b="1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5348920" y="315399"/>
            <a:ext cx="7648101" cy="6760887"/>
          </a:xfrm>
        </p:spPr>
        <p:txBody>
          <a:bodyPr/>
          <a:lstStyle>
            <a:lvl1pPr>
              <a:defRPr sz="4300"/>
            </a:lvl1pPr>
            <a:lvl2pPr>
              <a:defRPr sz="3800"/>
            </a:lvl2pPr>
            <a:lvl3pPr>
              <a:defRPr sz="3200"/>
            </a:lvl3pPr>
            <a:lvl4pPr>
              <a:defRPr sz="2700"/>
            </a:lvl4pPr>
            <a:lvl5pPr>
              <a:defRPr sz="2700"/>
            </a:lvl5pPr>
            <a:lvl6pPr>
              <a:defRPr sz="2700"/>
            </a:lvl6pPr>
            <a:lvl7pPr>
              <a:defRPr sz="2700"/>
            </a:lvl7pPr>
            <a:lvl8pPr>
              <a:defRPr sz="2700"/>
            </a:lvl8pPr>
            <a:lvl9pPr>
              <a:defRPr sz="27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684055" y="1657674"/>
            <a:ext cx="4500979" cy="5418612"/>
          </a:xfrm>
        </p:spPr>
        <p:txBody>
          <a:bodyPr/>
          <a:lstStyle>
            <a:lvl1pPr marL="0" indent="0">
              <a:buNone/>
              <a:defRPr sz="1900"/>
            </a:lvl1pPr>
            <a:lvl2pPr marL="617220" indent="0">
              <a:buNone/>
              <a:defRPr sz="1600"/>
            </a:lvl2pPr>
            <a:lvl3pPr marL="1234440" indent="0">
              <a:buNone/>
              <a:defRPr sz="1400"/>
            </a:lvl3pPr>
            <a:lvl4pPr marL="1851660" indent="0">
              <a:buNone/>
              <a:defRPr sz="1200"/>
            </a:lvl4pPr>
            <a:lvl5pPr marL="2468880" indent="0">
              <a:buNone/>
              <a:defRPr sz="1200"/>
            </a:lvl5pPr>
            <a:lvl6pPr marL="3086100" indent="0">
              <a:buNone/>
              <a:defRPr sz="1200"/>
            </a:lvl6pPr>
            <a:lvl7pPr marL="3703320" indent="0">
              <a:buNone/>
              <a:defRPr sz="1200"/>
            </a:lvl7pPr>
            <a:lvl8pPr marL="4320540" indent="0">
              <a:buNone/>
              <a:defRPr sz="1200"/>
            </a:lvl8pPr>
            <a:lvl9pPr marL="4937760" indent="0">
              <a:buNone/>
              <a:defRPr sz="12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AF815-7484-4C24-B8EC-E5B83B21B60A}" type="datetimeFigureOut">
              <a:rPr lang="en-US" smtClean="0"/>
              <a:pPr/>
              <a:t>2/26/2026</a:t>
            </a:fld>
            <a:endParaRPr lang="en-U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B55AF-B816-45E5-9F27-B43BA6917C16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30644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2681586" y="5545137"/>
            <a:ext cx="8208645" cy="654635"/>
          </a:xfrm>
        </p:spPr>
        <p:txBody>
          <a:bodyPr anchor="b"/>
          <a:lstStyle>
            <a:lvl1pPr algn="l">
              <a:defRPr sz="2700" b="1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2681586" y="707812"/>
            <a:ext cx="8208645" cy="4752975"/>
          </a:xfrm>
        </p:spPr>
        <p:txBody>
          <a:bodyPr/>
          <a:lstStyle>
            <a:lvl1pPr marL="0" indent="0">
              <a:buNone/>
              <a:defRPr sz="4300"/>
            </a:lvl1pPr>
            <a:lvl2pPr marL="617220" indent="0">
              <a:buNone/>
              <a:defRPr sz="3800"/>
            </a:lvl2pPr>
            <a:lvl3pPr marL="1234440" indent="0">
              <a:buNone/>
              <a:defRPr sz="3200"/>
            </a:lvl3pPr>
            <a:lvl4pPr marL="1851660" indent="0">
              <a:buNone/>
              <a:defRPr sz="2700"/>
            </a:lvl4pPr>
            <a:lvl5pPr marL="2468880" indent="0">
              <a:buNone/>
              <a:defRPr sz="2700"/>
            </a:lvl5pPr>
            <a:lvl6pPr marL="3086100" indent="0">
              <a:buNone/>
              <a:defRPr sz="2700"/>
            </a:lvl6pPr>
            <a:lvl7pPr marL="3703320" indent="0">
              <a:buNone/>
              <a:defRPr sz="2700"/>
            </a:lvl7pPr>
            <a:lvl8pPr marL="4320540" indent="0">
              <a:buNone/>
              <a:defRPr sz="2700"/>
            </a:lvl8pPr>
            <a:lvl9pPr marL="4937760" indent="0">
              <a:buNone/>
              <a:defRPr sz="2700"/>
            </a:lvl9pPr>
          </a:lstStyle>
          <a:p>
            <a:r>
              <a:rPr lang="es-ES"/>
              <a:t>Haga clic en el icono para agregar una imagen</a:t>
            </a:r>
            <a:endParaRPr lang="en-U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2681586" y="6199772"/>
            <a:ext cx="8208645" cy="929690"/>
          </a:xfrm>
        </p:spPr>
        <p:txBody>
          <a:bodyPr/>
          <a:lstStyle>
            <a:lvl1pPr marL="0" indent="0">
              <a:buNone/>
              <a:defRPr sz="1900"/>
            </a:lvl1pPr>
            <a:lvl2pPr marL="617220" indent="0">
              <a:buNone/>
              <a:defRPr sz="1600"/>
            </a:lvl2pPr>
            <a:lvl3pPr marL="1234440" indent="0">
              <a:buNone/>
              <a:defRPr sz="1400"/>
            </a:lvl3pPr>
            <a:lvl4pPr marL="1851660" indent="0">
              <a:buNone/>
              <a:defRPr sz="1200"/>
            </a:lvl4pPr>
            <a:lvl5pPr marL="2468880" indent="0">
              <a:buNone/>
              <a:defRPr sz="1200"/>
            </a:lvl5pPr>
            <a:lvl6pPr marL="3086100" indent="0">
              <a:buNone/>
              <a:defRPr sz="1200"/>
            </a:lvl6pPr>
            <a:lvl7pPr marL="3703320" indent="0">
              <a:buNone/>
              <a:defRPr sz="1200"/>
            </a:lvl7pPr>
            <a:lvl8pPr marL="4320540" indent="0">
              <a:buNone/>
              <a:defRPr sz="1200"/>
            </a:lvl8pPr>
            <a:lvl9pPr marL="4937760" indent="0">
              <a:buNone/>
              <a:defRPr sz="12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AF815-7484-4C24-B8EC-E5B83B21B60A}" type="datetimeFigureOut">
              <a:rPr lang="en-US" smtClean="0"/>
              <a:pPr/>
              <a:t>2/26/2026</a:t>
            </a:fld>
            <a:endParaRPr lang="en-U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B55AF-B816-45E5-9F27-B43BA6917C16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74971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AF815-7484-4C24-B8EC-E5B83B21B60A}" type="datetimeFigureOut">
              <a:rPr lang="en-US" smtClean="0"/>
              <a:pPr/>
              <a:t>2/26/2026</a:t>
            </a:fld>
            <a:endParaRPr lang="en-U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B55AF-B816-45E5-9F27-B43BA6917C16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62293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14840167" y="366742"/>
            <a:ext cx="4605488" cy="780793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1023707" y="366742"/>
            <a:ext cx="13588442" cy="7807935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AF815-7484-4C24-B8EC-E5B83B21B60A}" type="datetimeFigureOut">
              <a:rPr lang="en-US" smtClean="0"/>
              <a:pPr/>
              <a:t>2/26/2026</a:t>
            </a:fld>
            <a:endParaRPr lang="en-U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B55AF-B816-45E5-9F27-B43BA6917C16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36226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684054" y="317232"/>
            <a:ext cx="12312968" cy="1320271"/>
          </a:xfrm>
          <a:prstGeom prst="rect">
            <a:avLst/>
          </a:prstGeom>
        </p:spPr>
        <p:txBody>
          <a:bodyPr vert="horz" lIns="123444" tIns="61722" rIns="123444" bIns="61722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684054" y="1848380"/>
            <a:ext cx="12312968" cy="5227906"/>
          </a:xfrm>
          <a:prstGeom prst="rect">
            <a:avLst/>
          </a:prstGeom>
        </p:spPr>
        <p:txBody>
          <a:bodyPr vert="horz" lIns="123444" tIns="61722" rIns="123444" bIns="61722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684054" y="7342173"/>
            <a:ext cx="3192251" cy="421753"/>
          </a:xfrm>
          <a:prstGeom prst="rect">
            <a:avLst/>
          </a:prstGeom>
        </p:spPr>
        <p:txBody>
          <a:bodyPr vert="horz" lIns="123444" tIns="61722" rIns="123444" bIns="61722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CAF815-7484-4C24-B8EC-E5B83B21B60A}" type="datetimeFigureOut">
              <a:rPr lang="en-US" smtClean="0"/>
              <a:pPr/>
              <a:t>2/26/2026</a:t>
            </a:fld>
            <a:endParaRPr lang="en-U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4674368" y="7342173"/>
            <a:ext cx="4332340" cy="421753"/>
          </a:xfrm>
          <a:prstGeom prst="rect">
            <a:avLst/>
          </a:prstGeom>
        </p:spPr>
        <p:txBody>
          <a:bodyPr vert="horz" lIns="123444" tIns="61722" rIns="123444" bIns="61722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9804770" y="7342173"/>
            <a:ext cx="3192251" cy="421753"/>
          </a:xfrm>
          <a:prstGeom prst="rect">
            <a:avLst/>
          </a:prstGeom>
        </p:spPr>
        <p:txBody>
          <a:bodyPr vert="horz" lIns="123444" tIns="61722" rIns="123444" bIns="61722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FB55AF-B816-45E5-9F27-B43BA6917C16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97389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1234440" rtl="0" eaLnBrk="1" latinLnBrk="0" hangingPunct="1">
        <a:spcBef>
          <a:spcPct val="0"/>
        </a:spcBef>
        <a:buNone/>
        <a:defRPr sz="59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62915" indent="-462915" algn="l" defTabSz="1234440" rtl="0" eaLnBrk="1" latinLnBrk="0" hangingPunct="1">
        <a:spcBef>
          <a:spcPct val="20000"/>
        </a:spcBef>
        <a:buFont typeface="Arial" panose="020B0604020202020204" pitchFamily="34" charset="0"/>
        <a:buChar char="•"/>
        <a:defRPr sz="4300" kern="1200">
          <a:solidFill>
            <a:schemeClr val="tx1"/>
          </a:solidFill>
          <a:latin typeface="+mn-lt"/>
          <a:ea typeface="+mn-ea"/>
          <a:cs typeface="+mn-cs"/>
        </a:defRPr>
      </a:lvl1pPr>
      <a:lvl2pPr marL="1002983" indent="-385763" algn="l" defTabSz="1234440" rtl="0" eaLnBrk="1" latinLnBrk="0" hangingPunct="1">
        <a:spcBef>
          <a:spcPct val="20000"/>
        </a:spcBef>
        <a:buFont typeface="Arial" panose="020B0604020202020204" pitchFamily="34" charset="0"/>
        <a:buChar char="–"/>
        <a:defRPr sz="3800" kern="1200">
          <a:solidFill>
            <a:schemeClr val="tx1"/>
          </a:solidFill>
          <a:latin typeface="+mn-lt"/>
          <a:ea typeface="+mn-ea"/>
          <a:cs typeface="+mn-cs"/>
        </a:defRPr>
      </a:lvl2pPr>
      <a:lvl3pPr marL="1543050" indent="-308610" algn="l" defTabSz="123444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60270" indent="-308610" algn="l" defTabSz="1234440" rtl="0" eaLnBrk="1" latinLnBrk="0" hangingPunct="1">
        <a:spcBef>
          <a:spcPct val="20000"/>
        </a:spcBef>
        <a:buFont typeface="Arial" panose="020B0604020202020204" pitchFamily="34" charset="0"/>
        <a:buChar char="–"/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77490" indent="-308610" algn="l" defTabSz="1234440" rtl="0" eaLnBrk="1" latinLnBrk="0" hangingPunct="1">
        <a:spcBef>
          <a:spcPct val="20000"/>
        </a:spcBef>
        <a:buFont typeface="Arial" panose="020B0604020202020204" pitchFamily="34" charset="0"/>
        <a:buChar char="»"/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394710" indent="-308610" algn="l" defTabSz="123444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011930" indent="-308610" algn="l" defTabSz="123444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629150" indent="-308610" algn="l" defTabSz="123444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246370" indent="-308610" algn="l" defTabSz="123444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344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17220" algn="l" defTabSz="12344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34440" algn="l" defTabSz="12344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51660" algn="l" defTabSz="12344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68880" algn="l" defTabSz="12344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86100" algn="l" defTabSz="12344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703320" algn="l" defTabSz="12344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320540" algn="l" defTabSz="12344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937760" algn="l" defTabSz="12344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jpeg"/><Relationship Id="rId5" Type="http://schemas.openxmlformats.org/officeDocument/2006/relationships/image" Target="../media/image13.jpeg"/><Relationship Id="rId4" Type="http://schemas.openxmlformats.org/officeDocument/2006/relationships/image" Target="../media/image12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7" Type="http://schemas.openxmlformats.org/officeDocument/2006/relationships/image" Target="../media/image20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jpeg"/><Relationship Id="rId5" Type="http://schemas.openxmlformats.org/officeDocument/2006/relationships/image" Target="../media/image18.png"/><Relationship Id="rId4" Type="http://schemas.openxmlformats.org/officeDocument/2006/relationships/image" Target="../media/image17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/>
          <p:cNvSpPr txBox="1"/>
          <p:nvPr/>
        </p:nvSpPr>
        <p:spPr>
          <a:xfrm>
            <a:off x="5112345" y="3744788"/>
            <a:ext cx="8291586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4000" b="1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Samuel Alejandro Chaparro Ortiz</a:t>
            </a:r>
          </a:p>
          <a:p>
            <a:pPr algn="r"/>
            <a:r>
              <a:rPr lang="es-CO" sz="4000" b="1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Filocaris Triana Pinzón</a:t>
            </a:r>
          </a:p>
          <a:p>
            <a:pPr algn="r"/>
            <a:r>
              <a:rPr lang="es-CO" sz="4000" b="1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José Luis Orjuela Sierra</a:t>
            </a:r>
          </a:p>
          <a:p>
            <a:pPr algn="r"/>
            <a:endParaRPr lang="es-CO" sz="3600" b="1" i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ángulo 4"/>
          <p:cNvSpPr/>
          <p:nvPr/>
        </p:nvSpPr>
        <p:spPr>
          <a:xfrm>
            <a:off x="2394043" y="1440532"/>
            <a:ext cx="8892988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ts val="2400"/>
              </a:spcBef>
              <a:spcAft>
                <a:spcPts val="1500"/>
              </a:spcAft>
            </a:pPr>
            <a:r>
              <a:rPr lang="es-MX" sz="4000" b="1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INDUSTECH CONTROL COLOMBIA </a:t>
            </a:r>
            <a:endParaRPr lang="es-CO" sz="4000" b="1" i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CuadroTexto 1"/>
          <p:cNvSpPr txBox="1"/>
          <p:nvPr/>
        </p:nvSpPr>
        <p:spPr>
          <a:xfrm>
            <a:off x="287810" y="2664668"/>
            <a:ext cx="5400600" cy="53860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4000" b="1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SEMINARIO DE INVESTIGACION</a:t>
            </a:r>
          </a:p>
          <a:p>
            <a:endParaRPr lang="es-CO" sz="4000" b="1" i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CO" sz="4000" b="1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Ingeniería en Mecatronica</a:t>
            </a:r>
          </a:p>
          <a:p>
            <a:endParaRPr lang="es-CO" sz="4000" b="1" i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CO" sz="4000" b="1" i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CO" sz="4000" b="1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2026</a:t>
            </a:r>
          </a:p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40467211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2 Imagen"/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7969" y="969344"/>
            <a:ext cx="11520000" cy="257707"/>
          </a:xfrm>
          <a:prstGeom prst="rect">
            <a:avLst/>
          </a:prstGeom>
        </p:spPr>
      </p:pic>
      <p:sp>
        <p:nvSpPr>
          <p:cNvPr id="5" name="3 CuadroTexto"/>
          <p:cNvSpPr txBox="1"/>
          <p:nvPr/>
        </p:nvSpPr>
        <p:spPr>
          <a:xfrm>
            <a:off x="1151905" y="2523617"/>
            <a:ext cx="2664296" cy="369332"/>
          </a:xfrm>
          <a:prstGeom prst="rect">
            <a:avLst/>
          </a:prstGeom>
          <a:noFill/>
        </p:spPr>
        <p:txBody>
          <a:bodyPr wrap="square" lIns="180000" tIns="0" rIns="450000" bIns="0" rtlCol="0">
            <a:spAutoFit/>
          </a:bodyPr>
          <a:lstStyle/>
          <a:p>
            <a:pPr lvl="1" algn="ctr"/>
            <a:r>
              <a:rPr lang="es-CO" b="1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LOGO 2D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A58CD043-4D1E-C01D-AC8F-A6CFCA97C7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7399" y="3024708"/>
            <a:ext cx="2965379" cy="2867000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68FC8554-D830-51E0-9F06-0142562BE6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8529" y="3024708"/>
            <a:ext cx="5659813" cy="3182780"/>
          </a:xfrm>
          <a:prstGeom prst="rect">
            <a:avLst/>
          </a:prstGeom>
        </p:spPr>
      </p:pic>
      <p:sp>
        <p:nvSpPr>
          <p:cNvPr id="10" name="3 CuadroTexto">
            <a:extLst>
              <a:ext uri="{FF2B5EF4-FFF2-40B4-BE49-F238E27FC236}">
                <a16:creationId xmlns:a16="http://schemas.microsoft.com/office/drawing/2014/main" id="{45D51EA3-2BA6-CA9C-E0C2-29EE288EF6CC}"/>
              </a:ext>
            </a:extLst>
          </p:cNvPr>
          <p:cNvSpPr txBox="1"/>
          <p:nvPr/>
        </p:nvSpPr>
        <p:spPr>
          <a:xfrm>
            <a:off x="548332" y="506191"/>
            <a:ext cx="12889210" cy="615553"/>
          </a:xfrm>
          <a:prstGeom prst="rect">
            <a:avLst/>
          </a:prstGeom>
          <a:noFill/>
        </p:spPr>
        <p:txBody>
          <a:bodyPr wrap="square" lIns="180000" tIns="0" rIns="450000" bIns="0" rtlCol="0">
            <a:spAutoFit/>
          </a:bodyPr>
          <a:lstStyle/>
          <a:p>
            <a:pPr lvl="1" algn="ctr"/>
            <a:r>
              <a:rPr lang="es-CO" sz="4000" b="1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LOGOS</a:t>
            </a:r>
          </a:p>
        </p:txBody>
      </p:sp>
      <p:sp>
        <p:nvSpPr>
          <p:cNvPr id="11" name="3 CuadroTexto">
            <a:extLst>
              <a:ext uri="{FF2B5EF4-FFF2-40B4-BE49-F238E27FC236}">
                <a16:creationId xmlns:a16="http://schemas.microsoft.com/office/drawing/2014/main" id="{2FB11A09-B4ED-EBED-8470-25E459AE5CF1}"/>
              </a:ext>
            </a:extLst>
          </p:cNvPr>
          <p:cNvSpPr txBox="1"/>
          <p:nvPr/>
        </p:nvSpPr>
        <p:spPr>
          <a:xfrm>
            <a:off x="7920657" y="2329993"/>
            <a:ext cx="2664296" cy="369332"/>
          </a:xfrm>
          <a:prstGeom prst="rect">
            <a:avLst/>
          </a:prstGeom>
          <a:noFill/>
        </p:spPr>
        <p:txBody>
          <a:bodyPr wrap="square" lIns="180000" tIns="0" rIns="450000" bIns="0" rtlCol="0">
            <a:spAutoFit/>
          </a:bodyPr>
          <a:lstStyle/>
          <a:p>
            <a:pPr lvl="1" algn="ctr"/>
            <a:r>
              <a:rPr lang="es-CO" b="1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LOGO 3D</a:t>
            </a:r>
          </a:p>
        </p:txBody>
      </p:sp>
    </p:spTree>
    <p:extLst>
      <p:ext uri="{BB962C8B-B14F-4D97-AF65-F5344CB8AC3E}">
        <p14:creationId xmlns:p14="http://schemas.microsoft.com/office/powerpoint/2010/main" val="41186394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C253A4-31DC-8A2C-EC05-6A3979E7D3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3873" y="720452"/>
            <a:ext cx="12312968" cy="1320271"/>
          </a:xfrm>
        </p:spPr>
        <p:txBody>
          <a:bodyPr>
            <a:normAutofit/>
          </a:bodyPr>
          <a:lstStyle/>
          <a:p>
            <a:r>
              <a:rPr lang="es-MX" sz="6000" b="1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SLOGAN</a:t>
            </a:r>
            <a:endParaRPr lang="es-CO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7A893ECE-D0CA-6D67-2EA9-8AC1C8346D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1837" y="1944588"/>
            <a:ext cx="10277400" cy="5610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33304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2 Imagen"/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1297" y="1254833"/>
            <a:ext cx="11520000" cy="257707"/>
          </a:xfrm>
          <a:prstGeom prst="rect">
            <a:avLst/>
          </a:prstGeom>
        </p:spPr>
      </p:pic>
      <p:sp>
        <p:nvSpPr>
          <p:cNvPr id="5" name="3 CuadroTexto"/>
          <p:cNvSpPr txBox="1"/>
          <p:nvPr/>
        </p:nvSpPr>
        <p:spPr>
          <a:xfrm>
            <a:off x="647849" y="619328"/>
            <a:ext cx="12889210" cy="615553"/>
          </a:xfrm>
          <a:prstGeom prst="rect">
            <a:avLst/>
          </a:prstGeom>
          <a:noFill/>
        </p:spPr>
        <p:txBody>
          <a:bodyPr wrap="square" lIns="180000" tIns="0" rIns="450000" bIns="0" rtlCol="0">
            <a:spAutoFit/>
          </a:bodyPr>
          <a:lstStyle/>
          <a:p>
            <a:pPr lvl="1" algn="ctr"/>
            <a:r>
              <a:rPr lang="es-CO" sz="4000" b="1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MISION</a:t>
            </a:r>
          </a:p>
        </p:txBody>
      </p:sp>
      <p:pic>
        <p:nvPicPr>
          <p:cNvPr id="10" name="Marcador de contenido 9">
            <a:extLst>
              <a:ext uri="{FF2B5EF4-FFF2-40B4-BE49-F238E27FC236}">
                <a16:creationId xmlns:a16="http://schemas.microsoft.com/office/drawing/2014/main" id="{DDC1D54B-494E-9524-500E-5A84F6D9D8B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448049" y="1800572"/>
            <a:ext cx="9579116" cy="5229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72487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E6C102-7665-D3B7-7A37-15BA61BCE8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2 Imagen">
            <a:extLst>
              <a:ext uri="{FF2B5EF4-FFF2-40B4-BE49-F238E27FC236}">
                <a16:creationId xmlns:a16="http://schemas.microsoft.com/office/drawing/2014/main" id="{9926439C-85A8-633D-6DE6-39461CBAEA7A}"/>
              </a:ext>
            </a:extLst>
          </p:cNvPr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1297" y="1254833"/>
            <a:ext cx="11520000" cy="257707"/>
          </a:xfrm>
          <a:prstGeom prst="rect">
            <a:avLst/>
          </a:prstGeom>
        </p:spPr>
      </p:pic>
      <p:sp>
        <p:nvSpPr>
          <p:cNvPr id="5" name="3 CuadroTexto">
            <a:extLst>
              <a:ext uri="{FF2B5EF4-FFF2-40B4-BE49-F238E27FC236}">
                <a16:creationId xmlns:a16="http://schemas.microsoft.com/office/drawing/2014/main" id="{D16D077D-D556-7C16-6F5A-03EA3F9B9C4F}"/>
              </a:ext>
            </a:extLst>
          </p:cNvPr>
          <p:cNvSpPr txBox="1"/>
          <p:nvPr/>
        </p:nvSpPr>
        <p:spPr>
          <a:xfrm>
            <a:off x="798372" y="768133"/>
            <a:ext cx="12889210" cy="615553"/>
          </a:xfrm>
          <a:prstGeom prst="rect">
            <a:avLst/>
          </a:prstGeom>
          <a:noFill/>
        </p:spPr>
        <p:txBody>
          <a:bodyPr wrap="square" lIns="180000" tIns="0" rIns="450000" bIns="0" rtlCol="0">
            <a:spAutoFit/>
          </a:bodyPr>
          <a:lstStyle/>
          <a:p>
            <a:pPr lvl="1" algn="ctr"/>
            <a:r>
              <a:rPr lang="es-MX" sz="4000" b="1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VISION</a:t>
            </a:r>
            <a:endParaRPr lang="es-CO" sz="4000" b="1" i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Marcador de contenido 2">
            <a:extLst>
              <a:ext uri="{FF2B5EF4-FFF2-40B4-BE49-F238E27FC236}">
                <a16:creationId xmlns:a16="http://schemas.microsoft.com/office/drawing/2014/main" id="{520AF525-8D74-46D2-8014-C5EE3007E3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054" y="2160612"/>
            <a:ext cx="12312968" cy="4915674"/>
          </a:xfrm>
        </p:spPr>
        <p:txBody>
          <a:bodyPr>
            <a:normAutofit/>
          </a:bodyPr>
          <a:lstStyle/>
          <a:p>
            <a:r>
              <a:rPr lang="es-CO" dirty="0"/>
              <a:t>OTRA IMAGEN IA</a:t>
            </a:r>
          </a:p>
        </p:txBody>
      </p:sp>
    </p:spTree>
    <p:extLst>
      <p:ext uri="{BB962C8B-B14F-4D97-AF65-F5344CB8AC3E}">
        <p14:creationId xmlns:p14="http://schemas.microsoft.com/office/powerpoint/2010/main" val="17905386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23F622-2368-3326-B5BB-B672D12526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2 Imagen">
            <a:extLst>
              <a:ext uri="{FF2B5EF4-FFF2-40B4-BE49-F238E27FC236}">
                <a16:creationId xmlns:a16="http://schemas.microsoft.com/office/drawing/2014/main" id="{14D1866F-FAD9-70DF-898E-AD619363DC3A}"/>
              </a:ext>
            </a:extLst>
          </p:cNvPr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1075" y="1254832"/>
            <a:ext cx="11520000" cy="257707"/>
          </a:xfrm>
          <a:prstGeom prst="rect">
            <a:avLst/>
          </a:prstGeom>
        </p:spPr>
      </p:pic>
      <p:sp>
        <p:nvSpPr>
          <p:cNvPr id="5" name="3 CuadroTexto">
            <a:extLst>
              <a:ext uri="{FF2B5EF4-FFF2-40B4-BE49-F238E27FC236}">
                <a16:creationId xmlns:a16="http://schemas.microsoft.com/office/drawing/2014/main" id="{D1F6FFFD-8ED7-81E2-AB9F-C467B47BDFE6}"/>
              </a:ext>
            </a:extLst>
          </p:cNvPr>
          <p:cNvSpPr txBox="1"/>
          <p:nvPr/>
        </p:nvSpPr>
        <p:spPr>
          <a:xfrm>
            <a:off x="798372" y="768133"/>
            <a:ext cx="12889210" cy="615553"/>
          </a:xfrm>
          <a:prstGeom prst="rect">
            <a:avLst/>
          </a:prstGeom>
          <a:noFill/>
        </p:spPr>
        <p:txBody>
          <a:bodyPr wrap="square" lIns="180000" tIns="0" rIns="450000" bIns="0" rtlCol="0">
            <a:spAutoFit/>
          </a:bodyPr>
          <a:lstStyle/>
          <a:p>
            <a:pPr lvl="1" algn="ctr"/>
            <a:r>
              <a:rPr lang="es-MX" sz="4000" b="1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ORGANIGRAMA</a:t>
            </a:r>
            <a:endParaRPr lang="es-CO" sz="4000" b="1" i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Marcador de contenido 2">
            <a:extLst>
              <a:ext uri="{FF2B5EF4-FFF2-40B4-BE49-F238E27FC236}">
                <a16:creationId xmlns:a16="http://schemas.microsoft.com/office/drawing/2014/main" id="{04EF5636-DB2A-447C-585B-6FF0B30E45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054" y="2160612"/>
            <a:ext cx="12312968" cy="4915674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endParaRPr lang="es-MX" dirty="0"/>
          </a:p>
          <a:p>
            <a:endParaRPr lang="es-CO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988A6BF7-F0C8-491C-9C86-6470A05B2BA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88"/>
          <a:stretch>
            <a:fillRect/>
          </a:stretch>
        </p:blipFill>
        <p:spPr>
          <a:xfrm>
            <a:off x="1223913" y="1383685"/>
            <a:ext cx="11288538" cy="6229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63940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7E21D3-3DF5-4CAB-9A90-98E5A9CACB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2 Imagen">
            <a:extLst>
              <a:ext uri="{FF2B5EF4-FFF2-40B4-BE49-F238E27FC236}">
                <a16:creationId xmlns:a16="http://schemas.microsoft.com/office/drawing/2014/main" id="{BE0924C7-D015-DB40-CB4E-895CFC20E11D}"/>
              </a:ext>
            </a:extLst>
          </p:cNvPr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1297" y="1254833"/>
            <a:ext cx="11520000" cy="257707"/>
          </a:xfrm>
          <a:prstGeom prst="rect">
            <a:avLst/>
          </a:prstGeom>
        </p:spPr>
      </p:pic>
      <p:sp>
        <p:nvSpPr>
          <p:cNvPr id="5" name="3 CuadroTexto">
            <a:extLst>
              <a:ext uri="{FF2B5EF4-FFF2-40B4-BE49-F238E27FC236}">
                <a16:creationId xmlns:a16="http://schemas.microsoft.com/office/drawing/2014/main" id="{33DA6AC2-402C-C78D-FA1F-BBF848D6489C}"/>
              </a:ext>
            </a:extLst>
          </p:cNvPr>
          <p:cNvSpPr txBox="1"/>
          <p:nvPr/>
        </p:nvSpPr>
        <p:spPr>
          <a:xfrm>
            <a:off x="798372" y="768133"/>
            <a:ext cx="12889210" cy="615553"/>
          </a:xfrm>
          <a:prstGeom prst="rect">
            <a:avLst/>
          </a:prstGeom>
          <a:noFill/>
        </p:spPr>
        <p:txBody>
          <a:bodyPr wrap="square" lIns="180000" tIns="0" rIns="450000" bIns="0" rtlCol="0">
            <a:spAutoFit/>
          </a:bodyPr>
          <a:lstStyle/>
          <a:p>
            <a:pPr lvl="1" algn="ctr"/>
            <a:r>
              <a:rPr lang="es-MX" sz="4000" b="1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CAMARA DE COMERCIO</a:t>
            </a:r>
            <a:endParaRPr lang="es-CO" sz="4000" b="1" i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2A3B1747-6A22-1ABF-1A17-8CD0F49F650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2028"/>
          <a:stretch>
            <a:fillRect/>
          </a:stretch>
        </p:blipFill>
        <p:spPr>
          <a:xfrm>
            <a:off x="1295921" y="1381696"/>
            <a:ext cx="4320480" cy="6323532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A5674206-47ED-A412-6FD6-6BD9839A025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3513"/>
          <a:stretch>
            <a:fillRect/>
          </a:stretch>
        </p:blipFill>
        <p:spPr>
          <a:xfrm>
            <a:off x="7776641" y="1447981"/>
            <a:ext cx="4320480" cy="6257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54053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4E85FA-5025-6FAE-BA6A-5DAF6CD6FD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2 Imagen">
            <a:extLst>
              <a:ext uri="{FF2B5EF4-FFF2-40B4-BE49-F238E27FC236}">
                <a16:creationId xmlns:a16="http://schemas.microsoft.com/office/drawing/2014/main" id="{5CB1FEFE-718E-DB93-DA4E-C47DFB7391EC}"/>
              </a:ext>
            </a:extLst>
          </p:cNvPr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1297" y="1254833"/>
            <a:ext cx="11520000" cy="257707"/>
          </a:xfrm>
          <a:prstGeom prst="rect">
            <a:avLst/>
          </a:prstGeom>
        </p:spPr>
      </p:pic>
      <p:sp>
        <p:nvSpPr>
          <p:cNvPr id="5" name="3 CuadroTexto">
            <a:extLst>
              <a:ext uri="{FF2B5EF4-FFF2-40B4-BE49-F238E27FC236}">
                <a16:creationId xmlns:a16="http://schemas.microsoft.com/office/drawing/2014/main" id="{EDCE8BC5-96D5-5668-D828-1F8938BC94C1}"/>
              </a:ext>
            </a:extLst>
          </p:cNvPr>
          <p:cNvSpPr txBox="1"/>
          <p:nvPr/>
        </p:nvSpPr>
        <p:spPr>
          <a:xfrm>
            <a:off x="798372" y="768133"/>
            <a:ext cx="12889210" cy="615553"/>
          </a:xfrm>
          <a:prstGeom prst="rect">
            <a:avLst/>
          </a:prstGeom>
          <a:noFill/>
        </p:spPr>
        <p:txBody>
          <a:bodyPr wrap="square" lIns="180000" tIns="0" rIns="450000" bIns="0" rtlCol="0">
            <a:spAutoFit/>
          </a:bodyPr>
          <a:lstStyle/>
          <a:p>
            <a:pPr lvl="1" algn="ctr"/>
            <a:r>
              <a:rPr lang="es-MX" sz="4000" b="1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PROYECTOS REALIZADOS POR LA EMPRESA</a:t>
            </a:r>
            <a:endParaRPr lang="es-CO" sz="4000" b="1" i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Marcador de contenido 2">
            <a:extLst>
              <a:ext uri="{FF2B5EF4-FFF2-40B4-BE49-F238E27FC236}">
                <a16:creationId xmlns:a16="http://schemas.microsoft.com/office/drawing/2014/main" id="{F3D20FF5-793B-858F-66F8-C7FDE41AE6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054" y="2160612"/>
            <a:ext cx="12312968" cy="4915674"/>
          </a:xfrm>
        </p:spPr>
        <p:txBody>
          <a:bodyPr>
            <a:normAutofit/>
          </a:bodyPr>
          <a:lstStyle/>
          <a:p>
            <a:pPr>
              <a:buNone/>
            </a:pPr>
            <a:endParaRPr lang="es-MX" sz="3600" dirty="0"/>
          </a:p>
          <a:p>
            <a:pPr>
              <a:buFont typeface="Arial" panose="020B0604020202020204" pitchFamily="34" charset="0"/>
              <a:buChar char="•"/>
            </a:pPr>
            <a:endParaRPr lang="es-MX" dirty="0"/>
          </a:p>
          <a:p>
            <a:endParaRPr lang="es-CO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5E137408-F469-88A3-A3A5-657AECDD6F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802" y="1800572"/>
            <a:ext cx="3168352" cy="1661940"/>
          </a:xfrm>
          <a:prstGeom prst="rect">
            <a:avLst/>
          </a:prstGeom>
        </p:spPr>
      </p:pic>
      <p:pic>
        <p:nvPicPr>
          <p:cNvPr id="4098" name="Picture 2" descr="The Connected Mine | Rockwell Automation">
            <a:extLst>
              <a:ext uri="{FF2B5EF4-FFF2-40B4-BE49-F238E27FC236}">
                <a16:creationId xmlns:a16="http://schemas.microsoft.com/office/drawing/2014/main" id="{1DDEEBCB-9A62-C2E5-60C9-883DB2A6A3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6288" y="3727340"/>
            <a:ext cx="3348946" cy="33489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China: Puerto de Qingdao pone en funcionamiento su terminal de pulpa  automatizada - PortalPortuario">
            <a:extLst>
              <a:ext uri="{FF2B5EF4-FFF2-40B4-BE49-F238E27FC236}">
                <a16:creationId xmlns:a16="http://schemas.microsoft.com/office/drawing/2014/main" id="{5B0B59C0-0A7E-2E3D-9CA8-22DD830BBE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9962" y="1999240"/>
            <a:ext cx="2847975" cy="1600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 descr="Schneider Electric demonstrates smart and sustainable manufacturing in Cavite  Smart Factory, showcases why PH is viable investment hub - Punto! Central  Luzon">
            <a:extLst>
              <a:ext uri="{FF2B5EF4-FFF2-40B4-BE49-F238E27FC236}">
                <a16:creationId xmlns:a16="http://schemas.microsoft.com/office/drawing/2014/main" id="{7E942DD6-5C78-781F-A8F9-04FE9B6C05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89850" y="4101549"/>
            <a:ext cx="3668689" cy="27479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4" name="Picture 8" descr="Tesla sustituirá la clásica cadena de montaje por una revolucionaria  técnica de ensamblaje para fabricar su coche eléctrico de 25.000 dólares">
            <a:extLst>
              <a:ext uri="{FF2B5EF4-FFF2-40B4-BE49-F238E27FC236}">
                <a16:creationId xmlns:a16="http://schemas.microsoft.com/office/drawing/2014/main" id="{3EC869CF-AB58-0127-9C80-E394215C6A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19828" y="2637188"/>
            <a:ext cx="5354959" cy="35699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948112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F46EF7-FDD3-1482-8EE0-4F56A35DE2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2 Imagen">
            <a:extLst>
              <a:ext uri="{FF2B5EF4-FFF2-40B4-BE49-F238E27FC236}">
                <a16:creationId xmlns:a16="http://schemas.microsoft.com/office/drawing/2014/main" id="{D7A60FC3-7ADC-FA29-FA5C-C5B6E42B83C4}"/>
              </a:ext>
            </a:extLst>
          </p:cNvPr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1297" y="1254833"/>
            <a:ext cx="11520000" cy="257707"/>
          </a:xfrm>
          <a:prstGeom prst="rect">
            <a:avLst/>
          </a:prstGeom>
        </p:spPr>
      </p:pic>
      <p:sp>
        <p:nvSpPr>
          <p:cNvPr id="5" name="3 CuadroTexto">
            <a:extLst>
              <a:ext uri="{FF2B5EF4-FFF2-40B4-BE49-F238E27FC236}">
                <a16:creationId xmlns:a16="http://schemas.microsoft.com/office/drawing/2014/main" id="{0ED68A12-2505-B5F1-E70A-497ADF5924D9}"/>
              </a:ext>
            </a:extLst>
          </p:cNvPr>
          <p:cNvSpPr txBox="1"/>
          <p:nvPr/>
        </p:nvSpPr>
        <p:spPr>
          <a:xfrm>
            <a:off x="798372" y="768133"/>
            <a:ext cx="12889210" cy="615553"/>
          </a:xfrm>
          <a:prstGeom prst="rect">
            <a:avLst/>
          </a:prstGeom>
          <a:noFill/>
        </p:spPr>
        <p:txBody>
          <a:bodyPr wrap="square" lIns="180000" tIns="0" rIns="450000" bIns="0" rtlCol="0">
            <a:spAutoFit/>
          </a:bodyPr>
          <a:lstStyle/>
          <a:p>
            <a:pPr lvl="1" algn="ctr"/>
            <a:r>
              <a:rPr lang="es-MX" sz="4000" b="1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PROYECTOS REALIZADOS POR LA EMPRESA</a:t>
            </a:r>
            <a:endParaRPr lang="es-CO" sz="4000" b="1" i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Marcador de contenido 2">
            <a:extLst>
              <a:ext uri="{FF2B5EF4-FFF2-40B4-BE49-F238E27FC236}">
                <a16:creationId xmlns:a16="http://schemas.microsoft.com/office/drawing/2014/main" id="{2C17EE17-A149-7B44-7E7E-AED58FE256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054" y="2160612"/>
            <a:ext cx="12312968" cy="4915674"/>
          </a:xfrm>
        </p:spPr>
        <p:txBody>
          <a:bodyPr>
            <a:normAutofit/>
          </a:bodyPr>
          <a:lstStyle/>
          <a:p>
            <a:pPr>
              <a:buNone/>
            </a:pPr>
            <a:endParaRPr lang="es-MX" sz="3600" dirty="0"/>
          </a:p>
          <a:p>
            <a:pPr>
              <a:buFont typeface="Arial" panose="020B0604020202020204" pitchFamily="34" charset="0"/>
              <a:buChar char="•"/>
            </a:pPr>
            <a:endParaRPr lang="es-MX" dirty="0"/>
          </a:p>
          <a:p>
            <a:endParaRPr lang="es-CO" dirty="0"/>
          </a:p>
        </p:txBody>
      </p:sp>
      <p:pic>
        <p:nvPicPr>
          <p:cNvPr id="5122" name="Picture 2" descr="Luto en Ecopetrol: el impacto de la muerte de un trabajador por coronavirus">
            <a:extLst>
              <a:ext uri="{FF2B5EF4-FFF2-40B4-BE49-F238E27FC236}">
                <a16:creationId xmlns:a16="http://schemas.microsoft.com/office/drawing/2014/main" id="{1FF8990F-FD18-EE26-2E71-DAA5A00782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3750" y="1999240"/>
            <a:ext cx="4175788" cy="23488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Sistemas de control de cervecería que lo hacen bien cada vez">
            <a:extLst>
              <a:ext uri="{FF2B5EF4-FFF2-40B4-BE49-F238E27FC236}">
                <a16:creationId xmlns:a16="http://schemas.microsoft.com/office/drawing/2014/main" id="{8E2856DA-3B75-0828-400C-F0B2F9C624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5841" y="4592656"/>
            <a:ext cx="4726597" cy="29550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6" name="Picture 6" descr="Célula de soldadura de carrocería y chasis | Fortress Safety">
            <a:extLst>
              <a:ext uri="{FF2B5EF4-FFF2-40B4-BE49-F238E27FC236}">
                <a16:creationId xmlns:a16="http://schemas.microsoft.com/office/drawing/2014/main" id="{309FD70A-BA05-3051-456B-FB664498D9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26434" y="1608353"/>
            <a:ext cx="4300607" cy="29265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8" name="Picture 8" descr="Tratamiento del agua | Yokogawa América del Sur">
            <a:extLst>
              <a:ext uri="{FF2B5EF4-FFF2-40B4-BE49-F238E27FC236}">
                <a16:creationId xmlns:a16="http://schemas.microsoft.com/office/drawing/2014/main" id="{84564311-30AE-4939-0317-3980A2A6A0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1083" y="5382584"/>
            <a:ext cx="5544394" cy="1929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30" name="Picture 10" descr="Nuevo radar de última tecnología de Indra instalado por Aerocivil es  referente en vigilancia aérea | Actualidad | Caracol Radio">
            <a:extLst>
              <a:ext uri="{FF2B5EF4-FFF2-40B4-BE49-F238E27FC236}">
                <a16:creationId xmlns:a16="http://schemas.microsoft.com/office/drawing/2014/main" id="{01462D41-0C89-0000-22F1-E0BE1F98B5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93280" y="2487135"/>
            <a:ext cx="4130528" cy="23234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267181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8F7023-9383-B364-BBF7-6B98E1C435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2 Imagen">
            <a:extLst>
              <a:ext uri="{FF2B5EF4-FFF2-40B4-BE49-F238E27FC236}">
                <a16:creationId xmlns:a16="http://schemas.microsoft.com/office/drawing/2014/main" id="{41E4ED53-FE30-7F0E-F40E-CE8EF6E71D13}"/>
              </a:ext>
            </a:extLst>
          </p:cNvPr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1297" y="1254833"/>
            <a:ext cx="11520000" cy="257707"/>
          </a:xfrm>
          <a:prstGeom prst="rect">
            <a:avLst/>
          </a:prstGeom>
        </p:spPr>
      </p:pic>
      <p:sp>
        <p:nvSpPr>
          <p:cNvPr id="5" name="3 CuadroTexto">
            <a:extLst>
              <a:ext uri="{FF2B5EF4-FFF2-40B4-BE49-F238E27FC236}">
                <a16:creationId xmlns:a16="http://schemas.microsoft.com/office/drawing/2014/main" id="{E10226F5-18D4-739D-7036-EF42E474C6BA}"/>
              </a:ext>
            </a:extLst>
          </p:cNvPr>
          <p:cNvSpPr txBox="1"/>
          <p:nvPr/>
        </p:nvSpPr>
        <p:spPr>
          <a:xfrm>
            <a:off x="660101" y="665411"/>
            <a:ext cx="12889210" cy="615553"/>
          </a:xfrm>
          <a:prstGeom prst="rect">
            <a:avLst/>
          </a:prstGeom>
          <a:noFill/>
        </p:spPr>
        <p:txBody>
          <a:bodyPr wrap="square" lIns="180000" tIns="0" rIns="450000" bIns="0" rtlCol="0">
            <a:spAutoFit/>
          </a:bodyPr>
          <a:lstStyle/>
          <a:p>
            <a:pPr lvl="1" algn="ctr"/>
            <a:r>
              <a:rPr lang="es-MX" sz="4000" b="1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MARCO TEÓRICO</a:t>
            </a:r>
            <a:endParaRPr lang="es-CO" sz="4000" b="1" i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Marcador de contenido 2">
            <a:extLst>
              <a:ext uri="{FF2B5EF4-FFF2-40B4-BE49-F238E27FC236}">
                <a16:creationId xmlns:a16="http://schemas.microsoft.com/office/drawing/2014/main" id="{DE7634B3-1938-C16B-7B51-4FD62FC0CA04}"/>
              </a:ext>
            </a:extLst>
          </p:cNvPr>
          <p:cNvSpPr txBox="1">
            <a:spLocks/>
          </p:cNvSpPr>
          <p:nvPr/>
        </p:nvSpPr>
        <p:spPr>
          <a:xfrm>
            <a:off x="836454" y="2313012"/>
            <a:ext cx="12312968" cy="4915674"/>
          </a:xfrm>
          <a:prstGeom prst="rect">
            <a:avLst/>
          </a:prstGeom>
        </p:spPr>
        <p:txBody>
          <a:bodyPr vert="horz" lIns="123444" tIns="61722" rIns="123444" bIns="61722" rtlCol="0">
            <a:normAutofit/>
          </a:bodyPr>
          <a:lstStyle>
            <a:lvl1pPr marL="462915" indent="-462915" algn="l" defTabSz="123444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4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002983" indent="-385763" algn="l" defTabSz="123444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43050" indent="-308610" algn="l" defTabSz="123444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60270" indent="-308610" algn="l" defTabSz="123444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77490" indent="-308610" algn="l" defTabSz="123444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94710" indent="-308610" algn="l" defTabSz="123444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011930" indent="-308610" algn="l" defTabSz="123444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629150" indent="-308610" algn="l" defTabSz="123444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246370" indent="-308610" algn="l" defTabSz="123444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CO" dirty="0"/>
          </a:p>
        </p:txBody>
      </p:sp>
      <p:pic>
        <p:nvPicPr>
          <p:cNvPr id="11" name="Marcador de contenido 10">
            <a:extLst>
              <a:ext uri="{FF2B5EF4-FFF2-40B4-BE49-F238E27FC236}">
                <a16:creationId xmlns:a16="http://schemas.microsoft.com/office/drawing/2014/main" id="{0B165283-BF38-24B6-79F4-1C212308026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456161" y="1362152"/>
            <a:ext cx="6368020" cy="6368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07846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8B0A71-5E83-B13E-47BC-BCBBFB9D8F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2 Imagen">
            <a:extLst>
              <a:ext uri="{FF2B5EF4-FFF2-40B4-BE49-F238E27FC236}">
                <a16:creationId xmlns:a16="http://schemas.microsoft.com/office/drawing/2014/main" id="{46D296F3-D3A5-8759-27A0-DE1B1285D329}"/>
              </a:ext>
            </a:extLst>
          </p:cNvPr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1297" y="1254833"/>
            <a:ext cx="11520000" cy="257707"/>
          </a:xfrm>
          <a:prstGeom prst="rect">
            <a:avLst/>
          </a:prstGeom>
        </p:spPr>
      </p:pic>
      <p:sp>
        <p:nvSpPr>
          <p:cNvPr id="5" name="3 CuadroTexto">
            <a:extLst>
              <a:ext uri="{FF2B5EF4-FFF2-40B4-BE49-F238E27FC236}">
                <a16:creationId xmlns:a16="http://schemas.microsoft.com/office/drawing/2014/main" id="{CFB3AC12-2D08-1A03-F563-E78720F7AA8D}"/>
              </a:ext>
            </a:extLst>
          </p:cNvPr>
          <p:cNvSpPr txBox="1"/>
          <p:nvPr/>
        </p:nvSpPr>
        <p:spPr>
          <a:xfrm>
            <a:off x="791865" y="648444"/>
            <a:ext cx="12889210" cy="615553"/>
          </a:xfrm>
          <a:prstGeom prst="rect">
            <a:avLst/>
          </a:prstGeom>
          <a:noFill/>
        </p:spPr>
        <p:txBody>
          <a:bodyPr wrap="square" lIns="180000" tIns="0" rIns="450000" bIns="0" rtlCol="0">
            <a:spAutoFit/>
          </a:bodyPr>
          <a:lstStyle/>
          <a:p>
            <a:pPr lvl="1" algn="ctr"/>
            <a:r>
              <a:rPr lang="es-CO" sz="4000" b="1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ESTADO DE ARTE</a:t>
            </a:r>
          </a:p>
        </p:txBody>
      </p:sp>
      <p:sp>
        <p:nvSpPr>
          <p:cNvPr id="2" name="Marcador de contenido 2">
            <a:extLst>
              <a:ext uri="{FF2B5EF4-FFF2-40B4-BE49-F238E27FC236}">
                <a16:creationId xmlns:a16="http://schemas.microsoft.com/office/drawing/2014/main" id="{BF68B2F3-C8CA-5F62-39FA-6C6F472E35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054" y="2160612"/>
            <a:ext cx="12312968" cy="4915674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endParaRPr lang="es-MX" dirty="0"/>
          </a:p>
          <a:p>
            <a:endParaRPr lang="es-CO" dirty="0"/>
          </a:p>
        </p:txBody>
      </p:sp>
      <p:sp>
        <p:nvSpPr>
          <p:cNvPr id="6" name="Marcador de contenido 2">
            <a:extLst>
              <a:ext uri="{FF2B5EF4-FFF2-40B4-BE49-F238E27FC236}">
                <a16:creationId xmlns:a16="http://schemas.microsoft.com/office/drawing/2014/main" id="{EEE04614-CF66-A5F1-0E4C-CD4C808791C4}"/>
              </a:ext>
            </a:extLst>
          </p:cNvPr>
          <p:cNvSpPr txBox="1">
            <a:spLocks/>
          </p:cNvSpPr>
          <p:nvPr/>
        </p:nvSpPr>
        <p:spPr>
          <a:xfrm>
            <a:off x="836454" y="2313012"/>
            <a:ext cx="12312968" cy="3015952"/>
          </a:xfrm>
          <a:prstGeom prst="rect">
            <a:avLst/>
          </a:prstGeom>
        </p:spPr>
        <p:txBody>
          <a:bodyPr vert="horz" lIns="123444" tIns="61722" rIns="123444" bIns="61722" rtlCol="0">
            <a:normAutofit/>
          </a:bodyPr>
          <a:lstStyle>
            <a:lvl1pPr marL="462915" indent="-462915" algn="l" defTabSz="123444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4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002983" indent="-385763" algn="l" defTabSz="123444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43050" indent="-308610" algn="l" defTabSz="123444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60270" indent="-308610" algn="l" defTabSz="123444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77490" indent="-308610" algn="l" defTabSz="123444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94710" indent="-308610" algn="l" defTabSz="123444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011930" indent="-308610" algn="l" defTabSz="123444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629150" indent="-308610" algn="l" defTabSz="123444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246370" indent="-308610" algn="l" defTabSz="123444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 sz="3300" dirty="0"/>
              <a:t>IMÁGENES QUE AYUDEN CON EL ESTADO DEL ARTE!</a:t>
            </a:r>
          </a:p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7656671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CuadroTexto"/>
          <p:cNvSpPr txBox="1"/>
          <p:nvPr/>
        </p:nvSpPr>
        <p:spPr>
          <a:xfrm>
            <a:off x="1727969" y="527075"/>
            <a:ext cx="11953106" cy="769441"/>
          </a:xfrm>
          <a:prstGeom prst="rect">
            <a:avLst/>
          </a:prstGeom>
          <a:noFill/>
        </p:spPr>
        <p:txBody>
          <a:bodyPr wrap="square" lIns="180000" tIns="0" rIns="450000" bIns="0" rtlCol="0">
            <a:spAutoFit/>
          </a:bodyPr>
          <a:lstStyle/>
          <a:p>
            <a:pPr algn="ctr"/>
            <a:r>
              <a:rPr lang="en-US" sz="5000" b="1" spc="5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</a:rPr>
              <a:t>G R A C I A S</a:t>
            </a:r>
          </a:p>
        </p:txBody>
      </p:sp>
    </p:spTree>
    <p:extLst>
      <p:ext uri="{BB962C8B-B14F-4D97-AF65-F5344CB8AC3E}">
        <p14:creationId xmlns:p14="http://schemas.microsoft.com/office/powerpoint/2010/main" val="8510622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Plantilla institucional UMNG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71803a91-4225-4438-956e-631df955d3c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2B31B4355E7EAF41A415B91B85DB042F" ma:contentTypeVersion="11" ma:contentTypeDescription="Crear nuevo documento." ma:contentTypeScope="" ma:versionID="3491d8d87a5ad3c5716dd54ad7eb87fd">
  <xsd:schema xmlns:xsd="http://www.w3.org/2001/XMLSchema" xmlns:xs="http://www.w3.org/2001/XMLSchema" xmlns:p="http://schemas.microsoft.com/office/2006/metadata/properties" xmlns:ns3="71803a91-4225-4438-956e-631df955d3c5" xmlns:ns4="07031661-6fd7-4f1c-985c-1f84ac770887" targetNamespace="http://schemas.microsoft.com/office/2006/metadata/properties" ma:root="true" ma:fieldsID="b58a508c7e52009d2055468b1261f22b" ns3:_="" ns4:_="">
    <xsd:import namespace="71803a91-4225-4438-956e-631df955d3c5"/>
    <xsd:import namespace="07031661-6fd7-4f1c-985c-1f84ac770887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4:SharedWithUsers" minOccurs="0"/>
                <xsd:element ref="ns4:SharedWithDetails" minOccurs="0"/>
                <xsd:element ref="ns4:SharingHintHash" minOccurs="0"/>
                <xsd:element ref="ns3:_activity" minOccurs="0"/>
                <xsd:element ref="ns3:MediaServiceObjectDetectorVersions" minOccurs="0"/>
                <xsd:element ref="ns3:MediaServiceSearchProperties" minOccurs="0"/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803a91-4225-4438-956e-631df955d3c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_activity" ma:index="15" nillable="true" ma:displayName="_activity" ma:hidden="true" ma:internalName="_activity">
      <xsd:simpleType>
        <xsd:restriction base="dms:Note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7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7031661-6fd7-4f1c-985c-1f84ac770887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Hash de la sugerencia para compartir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94BF3B5-3599-4F9D-97D7-B2E5D1266E8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3FAE1EE-074A-4F92-AC93-625A2380FFDA}">
  <ds:schemaRefs>
    <ds:schemaRef ds:uri="http://purl.org/dc/terms/"/>
    <ds:schemaRef ds:uri="http://purl.org/dc/dcmitype/"/>
    <ds:schemaRef ds:uri="http://schemas.microsoft.com/office/2006/documentManagement/types"/>
    <ds:schemaRef ds:uri="http://schemas.microsoft.com/office/2006/metadata/properties"/>
    <ds:schemaRef ds:uri="http://www.w3.org/XML/1998/namespace"/>
    <ds:schemaRef ds:uri="http://purl.org/dc/elements/1.1/"/>
    <ds:schemaRef ds:uri="07031661-6fd7-4f1c-985c-1f84ac770887"/>
    <ds:schemaRef ds:uri="http://schemas.microsoft.com/office/infopath/2007/PartnerControls"/>
    <ds:schemaRef ds:uri="http://schemas.openxmlformats.org/package/2006/metadata/core-properties"/>
    <ds:schemaRef ds:uri="71803a91-4225-4438-956e-631df955d3c5"/>
  </ds:schemaRefs>
</ds:datastoreItem>
</file>

<file path=customXml/itemProps3.xml><?xml version="1.0" encoding="utf-8"?>
<ds:datastoreItem xmlns:ds="http://schemas.openxmlformats.org/officeDocument/2006/customXml" ds:itemID="{52E77482-214C-493D-B51C-3FA7F641C0F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803a91-4225-4438-956e-631df955d3c5"/>
    <ds:schemaRef ds:uri="07031661-6fd7-4f1c-985c-1f84ac77088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Plantilla institucional UMNG</Template>
  <TotalTime>5865</TotalTime>
  <Words>67</Words>
  <Application>Microsoft Office PowerPoint</Application>
  <PresentationFormat>Personalizado</PresentationFormat>
  <Paragraphs>27</Paragraphs>
  <Slides>12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6" baseType="lpstr">
      <vt:lpstr>Arial</vt:lpstr>
      <vt:lpstr>Calibri</vt:lpstr>
      <vt:lpstr>Cambria</vt:lpstr>
      <vt:lpstr>Plantilla institucional UMNG</vt:lpstr>
      <vt:lpstr>Presentación de PowerPoint</vt:lpstr>
      <vt:lpstr>Presentación de PowerPoint</vt:lpstr>
      <vt:lpstr>SLOGAN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UNIVERSIDAD MILITAR NUEVA GRANADA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Diana Guayara</dc:creator>
  <cp:lastModifiedBy>Filocaris Triana Pinzón</cp:lastModifiedBy>
  <cp:revision>384</cp:revision>
  <dcterms:created xsi:type="dcterms:W3CDTF">2014-07-29T18:42:26Z</dcterms:created>
  <dcterms:modified xsi:type="dcterms:W3CDTF">2026-02-27T00:59:24Z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0x0101002B31B4355E7EAF41A415B91B85DB042F</vt:lpwstr>
  </property>
</Properties>
</file>